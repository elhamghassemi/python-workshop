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44" y="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shorts/FSAlUilQTw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Python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Getting Started with Python Programming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0CED1-39EC-8CCC-0BD8-07ADA6D4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21" y="376240"/>
            <a:ext cx="3635787" cy="1468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📌 Workshop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 to Python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Installing Tools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Basic Syntax and Data Types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Writing Your First Program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Hands-on Practice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🐍 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is a high-level, easy-to-read programming language.</a:t>
            </a:r>
          </a:p>
          <a:p>
            <a:r>
              <a:rPr dirty="0"/>
              <a:t>Created by Guido van Rossum in 1991.</a:t>
            </a:r>
            <a:r>
              <a:rPr lang="en-US" dirty="0"/>
              <a:t> (</a:t>
            </a:r>
            <a:r>
              <a:rPr lang="en-US" sz="2000" dirty="0">
                <a:hlinkClick r:id="rId2"/>
              </a:rPr>
              <a:t>https://www.youtube.com/shorts/FSAlUilQTwA</a:t>
            </a:r>
            <a:r>
              <a:rPr lang="en-US" dirty="0"/>
              <a:t>)</a:t>
            </a:r>
            <a:endParaRPr dirty="0"/>
          </a:p>
          <a:p>
            <a:r>
              <a:rPr dirty="0"/>
              <a:t>Popular in web development, data science, AI, and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💡 Why Learn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Beginner-friendly syntax (looks like English).</a:t>
            </a:r>
          </a:p>
          <a:p>
            <a:r>
              <a:rPr dirty="0"/>
              <a:t>Huge community and library support.</a:t>
            </a:r>
          </a:p>
          <a:p>
            <a:r>
              <a:rPr dirty="0"/>
              <a:t>Used by companies like Google, Netflix, and NASA.</a:t>
            </a:r>
          </a:p>
          <a:p>
            <a:r>
              <a:rPr dirty="0"/>
              <a:t>Great for both small scripts and large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🛠️ What Can You Build With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Web apps and APIs</a:t>
            </a:r>
          </a:p>
          <a:p>
            <a:r>
              <a:rPr dirty="0"/>
              <a:t>Data analysis and visualization</a:t>
            </a:r>
          </a:p>
          <a:p>
            <a:r>
              <a:rPr dirty="0"/>
              <a:t>Machine learning and AI models</a:t>
            </a:r>
          </a:p>
          <a:p>
            <a:r>
              <a:rPr dirty="0"/>
              <a:t>Automation scripts</a:t>
            </a:r>
          </a:p>
          <a:p>
            <a:r>
              <a:rPr dirty="0"/>
              <a:t>Games and desktop apps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⚙️ How Python Code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You write Python code (.</a:t>
            </a:r>
            <a:r>
              <a:rPr dirty="0" err="1"/>
              <a:t>py</a:t>
            </a:r>
            <a:r>
              <a:rPr dirty="0"/>
              <a:t> file or notebook).</a:t>
            </a:r>
            <a:endParaRPr lang="en-US" dirty="0"/>
          </a:p>
          <a:p>
            <a:pPr marL="0" indent="0">
              <a:buNone/>
            </a:pPr>
            <a:r>
              <a:rPr dirty="0"/>
              <a:t>2. Python interpreter reads it line by line.</a:t>
            </a:r>
          </a:p>
          <a:p>
            <a:pPr marL="0" indent="0">
              <a:buNone/>
            </a:pPr>
            <a:r>
              <a:rPr dirty="0"/>
              <a:t>3. Output appears on screen (e.g., print statements).</a:t>
            </a:r>
          </a:p>
          <a:p>
            <a:pPr marL="0" indent="0">
              <a:buNone/>
            </a:pPr>
            <a:r>
              <a:rPr dirty="0"/>
              <a:t>No need to compile – just run and see results!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🧰 Tools You’ll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Jupyter</a:t>
            </a:r>
            <a:r>
              <a:rPr dirty="0"/>
              <a:t> Notebook – great for learning and prototyping</a:t>
            </a:r>
          </a:p>
          <a:p>
            <a:r>
              <a:rPr dirty="0"/>
              <a:t>VS Code – powerful editor for larger projects</a:t>
            </a:r>
          </a:p>
          <a:p>
            <a:r>
              <a:rPr dirty="0"/>
              <a:t>Python 3 – the language itself!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👋 Your First 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Type this in your editor or notebook: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print("Hello, world!")</a:t>
            </a:r>
          </a:p>
          <a:p>
            <a:r>
              <a:rPr dirty="0"/>
              <a:t> This is your first step into coding with Python.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Workshop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Short lessons + hands-on coding time</a:t>
            </a:r>
          </a:p>
          <a:p>
            <a:r>
              <a:rPr dirty="0"/>
              <a:t>Ask questions anytime</a:t>
            </a:r>
          </a:p>
          <a:p>
            <a:r>
              <a:rPr dirty="0"/>
              <a:t>No prior experience needed</a:t>
            </a:r>
          </a:p>
          <a:p>
            <a:r>
              <a:rPr dirty="0"/>
              <a:t>Let’s learn by doing!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❓ Any Questions Before We Start?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Or… What’s your favorite animal? (Just to break the ice 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2CB7-7E35-2DBB-531C-7D528205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and version check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B22A-F627-795B-0BDE-74480E9C7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Step 1: Make sure Python is installed</a:t>
            </a:r>
          </a:p>
          <a:p>
            <a:pPr marL="0" indent="0">
              <a:buNone/>
            </a:pPr>
            <a:r>
              <a:rPr lang="en-US" dirty="0"/>
              <a:t>          python --version</a:t>
            </a:r>
          </a:p>
          <a:p>
            <a:r>
              <a:rPr lang="en-US" dirty="0"/>
              <a:t>Step 2: Install pip (Python’s package manager)           </a:t>
            </a:r>
          </a:p>
          <a:p>
            <a:pPr marL="0" indent="0">
              <a:buNone/>
            </a:pPr>
            <a:r>
              <a:rPr lang="en-US" dirty="0"/>
              <a:t>        pip --version</a:t>
            </a:r>
          </a:p>
          <a:p>
            <a:pPr marL="0" indent="0">
              <a:buNone/>
            </a:pPr>
            <a:r>
              <a:rPr lang="en-US" dirty="0"/>
              <a:t>        python -m </a:t>
            </a:r>
            <a:r>
              <a:rPr lang="en-US" dirty="0" err="1"/>
              <a:t>ensurepip</a:t>
            </a:r>
            <a:r>
              <a:rPr lang="en-US" dirty="0"/>
              <a:t> –upgrade</a:t>
            </a:r>
          </a:p>
          <a:p>
            <a:pPr marL="0" indent="0">
              <a:buNone/>
            </a:pPr>
            <a:r>
              <a:rPr lang="en-US" dirty="0"/>
              <a:t>   Step 3: Create and activate a virtual environment (recommended)</a:t>
            </a:r>
          </a:p>
          <a:p>
            <a:pPr marL="0" indent="0">
              <a:buNone/>
            </a:pPr>
            <a:r>
              <a:rPr lang="en-US" dirty="0"/>
              <a:t> 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myenv</a:t>
            </a:r>
            <a:endParaRPr lang="en-US" dirty="0"/>
          </a:p>
          <a:p>
            <a:r>
              <a:rPr lang="en-US" dirty="0"/>
              <a:t>Activate it:</a:t>
            </a:r>
          </a:p>
          <a:p>
            <a:pPr marL="0" indent="0">
              <a:buNone/>
            </a:pPr>
            <a:r>
              <a:rPr lang="en-US" b="1" dirty="0"/>
              <a:t>On Windows</a:t>
            </a:r>
            <a:r>
              <a:rPr lang="en-US" dirty="0"/>
              <a:t>:</a:t>
            </a:r>
          </a:p>
          <a:p>
            <a:r>
              <a:rPr lang="en-US" dirty="0" err="1"/>
              <a:t>myenv</a:t>
            </a:r>
            <a:r>
              <a:rPr lang="en-US" dirty="0"/>
              <a:t>\Scripts\activate</a:t>
            </a:r>
          </a:p>
          <a:p>
            <a:pPr marL="0" indent="0">
              <a:buNone/>
            </a:pPr>
            <a:r>
              <a:rPr lang="en-US" dirty="0"/>
              <a:t>On Bash: </a:t>
            </a:r>
          </a:p>
          <a:p>
            <a:r>
              <a:rPr lang="en-US" dirty="0"/>
              <a:t>source </a:t>
            </a:r>
            <a:r>
              <a:rPr lang="en-US" dirty="0" err="1"/>
              <a:t>myenv</a:t>
            </a:r>
            <a:r>
              <a:rPr lang="en-US" dirty="0"/>
              <a:t>/Scripts/activate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31917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6F9D-BCDD-7390-7BAE-26ADA36F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1971A-C586-6C4C-CD94-2752CB78B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pip install pandas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Then run Python and test:</a:t>
            </a:r>
          </a:p>
          <a:p>
            <a:r>
              <a:rPr lang="en-US" dirty="0"/>
              <a:t>import pandas</a:t>
            </a:r>
          </a:p>
          <a:p>
            <a:r>
              <a:rPr lang="en-US" dirty="0"/>
              <a:t>print(</a:t>
            </a:r>
            <a:r>
              <a:rPr lang="en-US" dirty="0" err="1"/>
              <a:t>pandas.__version</a:t>
            </a:r>
            <a:r>
              <a:rPr lang="en-US" dirty="0"/>
              <a:t>__)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7359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DEFD-789D-6363-3E33-9889EE13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7C744-5A5B-732E-D280-39CC1FA0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deactivate:</a:t>
            </a:r>
          </a:p>
          <a:p>
            <a:pPr marL="0" indent="0">
              <a:buNone/>
            </a:pPr>
            <a:r>
              <a:rPr lang="en-US" dirty="0"/>
              <a:t>      deactivate</a:t>
            </a:r>
          </a:p>
        </p:txBody>
      </p:sp>
    </p:spTree>
    <p:extLst>
      <p:ext uri="{BB962C8B-B14F-4D97-AF65-F5344CB8AC3E}">
        <p14:creationId xmlns:p14="http://schemas.microsoft.com/office/powerpoint/2010/main" val="4115610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404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Python Workshop</vt:lpstr>
      <vt:lpstr>📌 Workshop Agenda</vt:lpstr>
      <vt:lpstr>🐍 What is Python?</vt:lpstr>
      <vt:lpstr>💡 Why Learn Python?</vt:lpstr>
      <vt:lpstr>🛠️ What Can You Build With Python?</vt:lpstr>
      <vt:lpstr>⚙️ How Python Code Runs</vt:lpstr>
      <vt:lpstr>🧰 Tools You’ll Use</vt:lpstr>
      <vt:lpstr>👋 Your First Python Code</vt:lpstr>
      <vt:lpstr>📚 Workshop Format</vt:lpstr>
      <vt:lpstr>❓ Any Questions Before We Start?</vt:lpstr>
      <vt:lpstr>Installation and version check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Elham NourGhassemi</cp:lastModifiedBy>
  <cp:revision>25</cp:revision>
  <dcterms:created xsi:type="dcterms:W3CDTF">2013-01-27T09:14:16Z</dcterms:created>
  <dcterms:modified xsi:type="dcterms:W3CDTF">2025-11-30T20:07:44Z</dcterms:modified>
  <cp:category/>
</cp:coreProperties>
</file>